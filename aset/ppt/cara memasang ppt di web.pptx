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1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860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800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0811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217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168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163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972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037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7318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77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924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162AD-B832-4806-A645-FEC1D5E19EA9}" type="datetimeFigureOut">
              <a:rPr lang="en-ID" smtClean="0"/>
              <a:t>05/05/2026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A0865-1838-46F8-858D-9764C3E29B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570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B711-7D1E-6097-ED79-5B92E83EB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542941"/>
          </a:xfrm>
        </p:spPr>
        <p:txBody>
          <a:bodyPr>
            <a:normAutofit/>
          </a:bodyPr>
          <a:lstStyle/>
          <a:p>
            <a:r>
              <a:rPr lang="en-US" sz="5400" b="1" dirty="0"/>
              <a:t>CARA MEMASANG PPT DI WEB</a:t>
            </a: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NAMA : M. KRIESNA RAMADHAN</a:t>
            </a:r>
            <a:br>
              <a:rPr lang="en-US" sz="4000" dirty="0"/>
            </a:br>
            <a:r>
              <a:rPr lang="en-US" sz="4000" dirty="0"/>
              <a:t>NIM : 13182420006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1368300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BEDA-832D-EEF9-8F67-C32204C0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Buat file html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32DDA4-487E-BFAD-E8EA-5188052B4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30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9998-F37D-453F-B7CB-790A0A13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Buat</a:t>
            </a:r>
            <a:r>
              <a:rPr lang="en-US" dirty="0"/>
              <a:t> folder </a:t>
            </a:r>
            <a:r>
              <a:rPr lang="en-US" dirty="0" err="1"/>
              <a:t>untuk</a:t>
            </a:r>
            <a:r>
              <a:rPr lang="en-US" dirty="0"/>
              <a:t> ppt di </a:t>
            </a:r>
            <a:r>
              <a:rPr lang="en-US" dirty="0" err="1"/>
              <a:t>aset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05E3C9-1AD8-C530-27B7-79B37F7F3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77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6A860-C42B-A3DA-D6D8-1B9495B36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Buat</a:t>
            </a:r>
            <a:r>
              <a:rPr lang="en-US" dirty="0"/>
              <a:t> ppt di folder </a:t>
            </a:r>
            <a:r>
              <a:rPr lang="en-US" dirty="0" err="1"/>
              <a:t>aset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9509C9-2F35-5DC5-A9CD-F1EB45FDC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15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B6D32-3C54-4A8B-BB7C-9521326F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FBA4-0D14-08FE-6864-7104EC2A6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Buat ppt </a:t>
            </a:r>
            <a:r>
              <a:rPr lang="en-US" dirty="0" err="1"/>
              <a:t>menjadi</a:t>
            </a:r>
            <a:r>
              <a:rPr lang="en-US" dirty="0"/>
              <a:t> pdf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5D93CD-60FD-0F06-B141-B8365B34A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6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FAAC-400B-B136-02B4-BF82395F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PPT SUDAH TERPASANG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46B99A-22A4-8732-2ED0-1CE963BF8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26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49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CARA MEMASANG PPT DI WEB     NAMA : M. KRIESNA RAMADHAN NIM : 13182420006</vt:lpstr>
      <vt:lpstr>1. Buat file html</vt:lpstr>
      <vt:lpstr>2. Buat folder untuk ppt di aset</vt:lpstr>
      <vt:lpstr>3. Buat ppt di folder aset</vt:lpstr>
      <vt:lpstr>4. Buat ppt menjadi pdf</vt:lpstr>
      <vt:lpstr>PPT SUDAH TERPASANG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m.kriesna ramadhan</dc:creator>
  <cp:lastModifiedBy>m.kriesna ramadhan</cp:lastModifiedBy>
  <cp:revision>4</cp:revision>
  <dcterms:created xsi:type="dcterms:W3CDTF">2026-05-05T09:43:26Z</dcterms:created>
  <dcterms:modified xsi:type="dcterms:W3CDTF">2026-05-05T10:57:37Z</dcterms:modified>
</cp:coreProperties>
</file>